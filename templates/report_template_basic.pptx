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18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9B48A6-1B27-E4FA-E288-9F71529D6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A89537D-7566-E25F-4F79-16B6F1B794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7D6106-12AC-D247-7E5A-108EB17D2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C38FE-6042-40FA-AFA1-2DA5531452EE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6A5C4D-D091-7C7E-A8DE-4E67BEA9B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8CCE39-67F3-B5ED-BE9B-5FD6CB32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566E3-0FCC-4570-8E58-DCA4A1296F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8379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583003-D1AC-EBE6-F196-EA20E8D20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86B5D2-08A7-F109-2912-2F93285B9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A203E0-1309-4B9E-F559-6D4E5D54C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C38FE-6042-40FA-AFA1-2DA5531452EE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2DFBDB-2DD3-66A6-D006-D7208F1F2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A99DCA-9CC7-380D-FA55-A14CA991E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566E3-0FCC-4570-8E58-DCA4A1296F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63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CED0AE-58BB-141E-EB0C-27265C6D6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8D157D-B016-3B65-8079-C9F8FE4D3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D673F8-FB44-A304-93F3-F351000B5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C38FE-6042-40FA-AFA1-2DA5531452EE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15B61D-2BC7-5F26-78EA-D0BF5CFA8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4546B0-821E-11BB-46CC-6068F5A14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566E3-0FCC-4570-8E58-DCA4A1296F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067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760208-96CE-F771-32AE-0CBDFB101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22E1B7-C18A-E3B4-D854-3B4AFB4F19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1AC1E62-6C31-ACE2-C5FA-E3993DD94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603891-38BF-4505-3BB0-EF8661F02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C38FE-6042-40FA-AFA1-2DA5531452EE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805727-B1B9-D673-A135-F70D0A0DA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EB6D113-30DF-E06E-0E70-E22C2A22D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566E3-0FCC-4570-8E58-DCA4A1296F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2402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92A580-4D08-C0D9-06BB-A9525D5F0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36C538-985F-85A0-8698-8A46CD5B6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6A2D01A-762F-5008-5112-498B73439A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760242E-48D9-6CDF-0B11-F63E12796F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1E4FF04-518B-2C2A-9FAC-18BACDBD23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7929831-84A6-4416-2C95-5A75F8BB8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C38FE-6042-40FA-AFA1-2DA5531452EE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6871090-8826-CF0E-B1C9-F05E19C4E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2E1782F-6EBB-A06E-3CB1-EC9F419CF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566E3-0FCC-4570-8E58-DCA4A1296F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8013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A0219-36F7-C1AB-D8D4-32FDFB8B2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A6501D6-77C0-9550-EAF1-3675D14EB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C38FE-6042-40FA-AFA1-2DA5531452EE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7CC2D5-16C1-5047-247C-60B7E2F2C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2C9EFDD-F1A7-7767-C6EB-AB1A1F315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566E3-0FCC-4570-8E58-DCA4A1296F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5152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6D95C1A-9F37-EE7A-2B6F-2B62E3878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C38FE-6042-40FA-AFA1-2DA5531452EE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6F1D6C1-666B-1361-BA50-190084732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54465A-60D3-1E04-BDEC-5BCADA0D2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566E3-0FCC-4570-8E58-DCA4A1296F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7939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C1D8EB-9175-ACCF-3BB2-9367C8717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15EE19-E5D5-1A56-7533-064EC082F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A12CC9E-423D-9008-1C9B-586EE7E85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FCB785-A863-5AFC-749C-EFF56EC6B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C38FE-6042-40FA-AFA1-2DA5531452EE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E1E617-E3E6-6D9F-730D-21961670A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78188C-CD09-CDE4-09B0-A70DDAE2E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566E3-0FCC-4570-8E58-DCA4A1296F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7581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1AB091-85DF-06A0-B91F-08D457CE6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BAB2662-CCB5-17AD-D976-E17BAEFAFA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AF7E8BE-28F5-EA6C-1FFA-E8D22F60B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554540-3319-BD80-D253-204801331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C38FE-6042-40FA-AFA1-2DA5531452EE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7C51406-32F4-494D-EE1F-07C90A7EE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48E6D4-BAD1-95E3-6D7A-BCC03A83E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566E3-0FCC-4570-8E58-DCA4A1296F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8854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B264E4-097A-57D5-F62B-3F5CA0AEA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3DCF784-95C4-29E7-918B-7FCC42EED2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1A75CC-BA1A-6F2F-8345-3F39508E5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C38FE-6042-40FA-AFA1-2DA5531452EE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A1BA13-D0C0-AD61-D94E-552A44685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743014-F27C-FFFA-6C0D-6B3B67221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566E3-0FCC-4570-8E58-DCA4A1296F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30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7559770-7F2E-F952-547C-3C5CECA03A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16F57F-C0AE-BD60-3F94-A0E69846A4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2F6BB8-F30B-9544-BB0F-6397EF4AD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C38FE-6042-40FA-AFA1-2DA5531452EE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921717-77BF-E916-40A8-BD8D4A1B6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DE792B-D135-BCDF-9066-49D789D81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566E3-0FCC-4570-8E58-DCA4A1296F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340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3D382CA-C2C3-896B-7408-AB3AB4D62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DA9CD0-2805-D073-5AF6-FCAE0D85E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0F8FF9-AFCF-8732-56CE-C7AC0C57AB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4C38FE-6042-40FA-AFA1-2DA5531452EE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017DF2-1E74-3EE5-1A16-464E9B9F97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F1A98E-2995-FAEE-316F-E568E6514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2566E3-0FCC-4570-8E58-DCA4A1296F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3246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_REPORT_TITLE">
            <a:extLst>
              <a:ext uri="{FF2B5EF4-FFF2-40B4-BE49-F238E27FC236}">
                <a16:creationId xmlns:a16="http://schemas.microsoft.com/office/drawing/2014/main" id="{BAB6C80A-24B7-89E2-5579-0D810C88928E}"/>
              </a:ext>
            </a:extLst>
          </p:cNvPr>
          <p:cNvSpPr txBox="1"/>
          <p:nvPr/>
        </p:nvSpPr>
        <p:spPr>
          <a:xfrm>
            <a:off x="533400" y="457200"/>
            <a:ext cx="812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400">
                <a:latin typeface="Arial" panose="020B0604020202020204" pitchFamily="34" charset="0"/>
              </a:rPr>
              <a:t>{{REPORT_TITLE}}</a:t>
            </a:r>
            <a:endParaRPr lang="ko-KR" altLang="en-US" sz="2400">
              <a:latin typeface="Arial" panose="020B0604020202020204" pitchFamily="34" charset="0"/>
            </a:endParaRPr>
          </a:p>
        </p:txBody>
      </p:sp>
      <p:sp>
        <p:nvSpPr>
          <p:cNvPr id="3" name="RA_PROJECT_NAME">
            <a:extLst>
              <a:ext uri="{FF2B5EF4-FFF2-40B4-BE49-F238E27FC236}">
                <a16:creationId xmlns:a16="http://schemas.microsoft.com/office/drawing/2014/main" id="{BD973CFD-23B6-9CEB-8B57-312D0312BAF9}"/>
              </a:ext>
            </a:extLst>
          </p:cNvPr>
          <p:cNvSpPr txBox="1"/>
          <p:nvPr/>
        </p:nvSpPr>
        <p:spPr>
          <a:xfrm>
            <a:off x="533400" y="1371600"/>
            <a:ext cx="812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600">
                <a:latin typeface="Arial" panose="020B0604020202020204" pitchFamily="34" charset="0"/>
              </a:rPr>
              <a:t>{{PROJECT_NAME}}</a:t>
            </a:r>
            <a:endParaRPr lang="ko-KR" altLang="en-US" sz="1600">
              <a:latin typeface="Arial" panose="020B0604020202020204" pitchFamily="34" charset="0"/>
            </a:endParaRPr>
          </a:p>
        </p:txBody>
      </p:sp>
      <p:sp>
        <p:nvSpPr>
          <p:cNvPr id="4" name="RA_GENERATED_AT">
            <a:extLst>
              <a:ext uri="{FF2B5EF4-FFF2-40B4-BE49-F238E27FC236}">
                <a16:creationId xmlns:a16="http://schemas.microsoft.com/office/drawing/2014/main" id="{70F65A9E-9FDF-6A8C-2415-4D2AD35FA2A4}"/>
              </a:ext>
            </a:extLst>
          </p:cNvPr>
          <p:cNvSpPr txBox="1"/>
          <p:nvPr/>
        </p:nvSpPr>
        <p:spPr>
          <a:xfrm>
            <a:off x="533400" y="2286000"/>
            <a:ext cx="812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600">
                <a:latin typeface="Arial" panose="020B0604020202020204" pitchFamily="34" charset="0"/>
              </a:rPr>
              <a:t>{{GENERATED_AT}}</a:t>
            </a:r>
            <a:endParaRPr lang="ko-KR" altLang="en-US" sz="16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589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_SECTION_TITLE">
            <a:extLst>
              <a:ext uri="{FF2B5EF4-FFF2-40B4-BE49-F238E27FC236}">
                <a16:creationId xmlns:a16="http://schemas.microsoft.com/office/drawing/2014/main" id="{1236DE5A-D910-CF0E-C78E-40E1285B44DD}"/>
              </a:ext>
            </a:extLst>
          </p:cNvPr>
          <p:cNvSpPr txBox="1"/>
          <p:nvPr/>
        </p:nvSpPr>
        <p:spPr>
          <a:xfrm>
            <a:off x="533400" y="457200"/>
            <a:ext cx="812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400">
                <a:latin typeface="Arial" panose="020B0604020202020204" pitchFamily="34" charset="0"/>
              </a:rPr>
              <a:t>{{SECTION_TITLE}}</a:t>
            </a:r>
            <a:endParaRPr lang="ko-KR" altLang="en-US" sz="2400">
              <a:latin typeface="Arial" panose="020B0604020202020204" pitchFamily="34" charset="0"/>
            </a:endParaRPr>
          </a:p>
        </p:txBody>
      </p:sp>
      <p:sp>
        <p:nvSpPr>
          <p:cNvPr id="3" name="RA_NARRATIVE">
            <a:extLst>
              <a:ext uri="{FF2B5EF4-FFF2-40B4-BE49-F238E27FC236}">
                <a16:creationId xmlns:a16="http://schemas.microsoft.com/office/drawing/2014/main" id="{AC46D60C-1023-D168-D733-A4A759E4C175}"/>
              </a:ext>
            </a:extLst>
          </p:cNvPr>
          <p:cNvSpPr txBox="1"/>
          <p:nvPr/>
        </p:nvSpPr>
        <p:spPr>
          <a:xfrm>
            <a:off x="533400" y="1371600"/>
            <a:ext cx="812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600">
                <a:latin typeface="Arial" panose="020B0604020202020204" pitchFamily="34" charset="0"/>
              </a:rPr>
              <a:t>{{NARRATIVE}}</a:t>
            </a:r>
            <a:endParaRPr lang="ko-KR" altLang="en-US" sz="1600">
              <a:latin typeface="Arial" panose="020B0604020202020204" pitchFamily="34" charset="0"/>
            </a:endParaRPr>
          </a:p>
        </p:txBody>
      </p:sp>
      <p:sp>
        <p:nvSpPr>
          <p:cNvPr id="4" name="RA_TABLE">
            <a:extLst>
              <a:ext uri="{FF2B5EF4-FFF2-40B4-BE49-F238E27FC236}">
                <a16:creationId xmlns:a16="http://schemas.microsoft.com/office/drawing/2014/main" id="{04FA917B-DBDB-776C-9778-D63C6422F234}"/>
              </a:ext>
            </a:extLst>
          </p:cNvPr>
          <p:cNvSpPr txBox="1"/>
          <p:nvPr/>
        </p:nvSpPr>
        <p:spPr>
          <a:xfrm>
            <a:off x="533400" y="2286000"/>
            <a:ext cx="812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600">
                <a:latin typeface="Arial" panose="020B0604020202020204" pitchFamily="34" charset="0"/>
              </a:rPr>
              <a:t>{{TABLE}}</a:t>
            </a:r>
            <a:endParaRPr lang="ko-KR" altLang="en-US" sz="1600">
              <a:latin typeface="Arial" panose="020B0604020202020204" pitchFamily="34" charset="0"/>
            </a:endParaRPr>
          </a:p>
        </p:txBody>
      </p:sp>
      <p:sp>
        <p:nvSpPr>
          <p:cNvPr id="5" name="RA_CHART">
            <a:extLst>
              <a:ext uri="{FF2B5EF4-FFF2-40B4-BE49-F238E27FC236}">
                <a16:creationId xmlns:a16="http://schemas.microsoft.com/office/drawing/2014/main" id="{FE598F0E-161F-557B-AF8F-225645EAAD79}"/>
              </a:ext>
            </a:extLst>
          </p:cNvPr>
          <p:cNvSpPr txBox="1"/>
          <p:nvPr/>
        </p:nvSpPr>
        <p:spPr>
          <a:xfrm>
            <a:off x="533400" y="3200400"/>
            <a:ext cx="812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600">
                <a:latin typeface="Arial" panose="020B0604020202020204" pitchFamily="34" charset="0"/>
              </a:rPr>
              <a:t>{{CHART}}</a:t>
            </a:r>
            <a:endParaRPr lang="ko-KR" altLang="en-US" sz="1600">
              <a:latin typeface="Arial" panose="020B0604020202020204" pitchFamily="34" charset="0"/>
            </a:endParaRPr>
          </a:p>
        </p:txBody>
      </p:sp>
      <p:sp>
        <p:nvSpPr>
          <p:cNvPr id="6" name="RA_SOURCE">
            <a:extLst>
              <a:ext uri="{FF2B5EF4-FFF2-40B4-BE49-F238E27FC236}">
                <a16:creationId xmlns:a16="http://schemas.microsoft.com/office/drawing/2014/main" id="{491A3942-90D3-3807-3630-91E0BEFEBE25}"/>
              </a:ext>
            </a:extLst>
          </p:cNvPr>
          <p:cNvSpPr txBox="1"/>
          <p:nvPr/>
        </p:nvSpPr>
        <p:spPr>
          <a:xfrm>
            <a:off x="533400" y="4114800"/>
            <a:ext cx="812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600">
                <a:latin typeface="Arial" panose="020B0604020202020204" pitchFamily="34" charset="0"/>
              </a:rPr>
              <a:t>{{SOURCE}}</a:t>
            </a:r>
            <a:endParaRPr lang="ko-KR" altLang="en-US" sz="16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376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_QA_SUMMARY">
            <a:extLst>
              <a:ext uri="{FF2B5EF4-FFF2-40B4-BE49-F238E27FC236}">
                <a16:creationId xmlns:a16="http://schemas.microsoft.com/office/drawing/2014/main" id="{851C63A9-07E3-80E1-8182-31E1D6C1A148}"/>
              </a:ext>
            </a:extLst>
          </p:cNvPr>
          <p:cNvSpPr txBox="1"/>
          <p:nvPr/>
        </p:nvSpPr>
        <p:spPr>
          <a:xfrm>
            <a:off x="533400" y="457200"/>
            <a:ext cx="812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400">
                <a:latin typeface="Arial" panose="020B0604020202020204" pitchFamily="34" charset="0"/>
              </a:rPr>
              <a:t>{{QA_SUMMARY}}</a:t>
            </a:r>
            <a:endParaRPr lang="ko-KR" altLang="en-US" sz="24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962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</Words>
  <Application>Microsoft Office PowerPoint</Application>
  <PresentationFormat>와이드스크린</PresentationFormat>
  <Paragraphs>9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Suhyeon Jeong</dc:creator>
  <cp:lastModifiedBy>Suhyeon Jeong</cp:lastModifiedBy>
  <cp:revision>1</cp:revision>
  <dcterms:created xsi:type="dcterms:W3CDTF">2026-06-25T01:29:02Z</dcterms:created>
  <dcterms:modified xsi:type="dcterms:W3CDTF">2026-06-25T01:29:02Z</dcterms:modified>
</cp:coreProperties>
</file>