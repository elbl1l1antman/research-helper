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8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3ACEB-2934-CE12-4861-D632C3543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F69C64-C294-2DD9-6BEB-73C5A33FC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DE3E29-D65C-683D-E068-0A39E5C4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A3D21B-2932-F921-14FE-C3833129C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6F318A-F498-45E2-D684-F69FE3D15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86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D51C93-1635-7B27-14AF-BFCC528C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EC4190-61C1-F4DC-2319-1B2DE241A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FC048B-CBDC-1F13-EF82-FCD67511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80D1E0-89C9-0EDB-11A2-44E80834B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809665-6EC6-D043-F721-2B073DF7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41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EEE41-24FB-D9F0-0A97-5A05829D0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27079A-1CA5-5478-E795-E92320CB7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CE4DA-7AA0-D1C7-EDAC-50B84D67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45698-1264-AA92-B603-43A87E21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6ACBAE-7BC9-9CE3-28A8-1F9494657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156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FB0BB-D98C-CDD9-DAA5-2C4283A9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A58DE6-067C-9C67-58CF-A5ECB5952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74E3A6-981A-5094-332E-EA0974F54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233AC3-C67D-630B-C5B0-A8ADF1B4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89FFDF-42E4-5638-FE70-A7769367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3DCD02-BC1C-6867-9BD8-E137AE03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45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86B79-F1B4-0A39-BCF9-D2DB16810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F6BB6B-8F88-C072-6B43-AB9DE5738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7CCB0E-9D66-065F-64A3-C8EBBE9F6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FFAD9E0-696B-2C3F-136A-ADEB910C0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56AF87-612C-E87B-2745-A84AF8807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FEE41BE-D40A-8DB7-E764-F10E3E8D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CEA02E-B5D4-A2BA-A3DF-EBA1DDF9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1D3EC0-B7EC-5E90-A057-1373423B2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231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EF98B-7C6C-1D17-00B6-D93C4E359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914B47-697D-4655-512A-882BE1727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6F08F4-F338-A5A1-3F2E-21583339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6D57FA-FE32-C5CA-CD0A-2C69820E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28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3A8F7-F747-CFBE-57A5-24F74307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8E106D-E400-C556-8ACC-B2796106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EF11E3-3F55-18FE-173B-61649DD7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630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44488-7291-8144-C581-373D7F6BE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2DA757-53C4-C9CF-D0A5-D3A9E93A0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099BF-F29D-165D-AF52-FE76A187A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E85A47-312C-07B6-B6A2-4D6BFFDF2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90B5E4-5B97-4159-870A-5453B0C1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F44348-AF69-924F-9007-DCB09780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DE849-2503-D59C-5883-20F178092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73ADDE-ED65-B387-3C6C-A3FC940A8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C91AD8-3327-1FA5-A8DE-2D3135F27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E63EA3-5D65-5703-BFCC-9E06854B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FE5AE7-E84A-5956-7A7E-6AEE8567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40EB86-BE7B-1A9E-C71A-2A34F037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8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0AF74-72BF-E682-03C4-5627CBBC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0DEEC8-8058-5739-58C1-9EDD7B52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3309AF-416B-E663-ABF8-C75A7966F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7E50AC-E649-BD86-02C7-D97B3E228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CC195A-3EBA-68E5-000A-4E9917745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754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1D3F32-81DD-5436-A559-50035869D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0347D6-8CC0-C8D3-9390-0E1156D4C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1B3CF4-2B84-BC3A-1E29-DFE85638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E73133-08A7-FA2A-D7AD-EADB33ED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23D16B-AF03-CB5D-C603-28090872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04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8CD98A1-9F25-D49E-9007-D0FFEA2EE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5CFA03-6331-79E6-7F33-B136C7118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ECE8D6-18A3-C8B9-62D2-B3301419C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D6C12-3267-453D-8824-ACE73734891D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666C97-244C-F94D-4411-1730D8424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2D6D4E-4A73-C39D-530E-64C969C1D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3D795-2A7B-4EF3-AB53-8848AAFD3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16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_REPORT_TITLE">
            <a:extLst>
              <a:ext uri="{FF2B5EF4-FFF2-40B4-BE49-F238E27FC236}">
                <a16:creationId xmlns:a16="http://schemas.microsoft.com/office/drawing/2014/main" id="{435962CB-7226-2EC5-19D5-8298406E7D67}"/>
              </a:ext>
            </a:extLst>
          </p:cNvPr>
          <p:cNvSpPr txBox="1"/>
          <p:nvPr/>
        </p:nvSpPr>
        <p:spPr>
          <a:xfrm>
            <a:off x="533400" y="457200"/>
            <a:ext cx="812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>
                <a:latin typeface="Arial" panose="020B0604020202020204" pitchFamily="34" charset="0"/>
              </a:rPr>
              <a:t>{{REPORT_TITLE}}</a:t>
            </a:r>
            <a:endParaRPr lang="ko-KR" altLang="en-US" sz="2400">
              <a:latin typeface="Arial" panose="020B0604020202020204" pitchFamily="34" charset="0"/>
            </a:endParaRPr>
          </a:p>
        </p:txBody>
      </p:sp>
      <p:sp>
        <p:nvSpPr>
          <p:cNvPr id="3" name="RA_PLACEHOLDER_2">
            <a:extLst>
              <a:ext uri="{FF2B5EF4-FFF2-40B4-BE49-F238E27FC236}">
                <a16:creationId xmlns:a16="http://schemas.microsoft.com/office/drawing/2014/main" id="{C713562E-A9AD-3827-A735-51510805CC9E}"/>
              </a:ext>
            </a:extLst>
          </p:cNvPr>
          <p:cNvSpPr txBox="1"/>
          <p:nvPr/>
        </p:nvSpPr>
        <p:spPr>
          <a:xfrm>
            <a:off x="533400" y="13716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600">
                <a:latin typeface="Arial" panose="020B0604020202020204" pitchFamily="34" charset="0"/>
              </a:rPr>
              <a:t>차트 검토본</a:t>
            </a:r>
          </a:p>
        </p:txBody>
      </p:sp>
      <p:sp>
        <p:nvSpPr>
          <p:cNvPr id="4" name="RA_GENERATED_AT">
            <a:extLst>
              <a:ext uri="{FF2B5EF4-FFF2-40B4-BE49-F238E27FC236}">
                <a16:creationId xmlns:a16="http://schemas.microsoft.com/office/drawing/2014/main" id="{0D19DC5B-394E-4178-351B-177311627B93}"/>
              </a:ext>
            </a:extLst>
          </p:cNvPr>
          <p:cNvSpPr txBox="1"/>
          <p:nvPr/>
        </p:nvSpPr>
        <p:spPr>
          <a:xfrm>
            <a:off x="533400" y="22860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latin typeface="Arial" panose="020B0604020202020204" pitchFamily="34" charset="0"/>
              </a:rPr>
              <a:t>{{GENERATED_AT}}</a:t>
            </a:r>
            <a:endParaRPr lang="ko-KR" altLang="en-US" sz="16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22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_CHART_TITLE">
            <a:extLst>
              <a:ext uri="{FF2B5EF4-FFF2-40B4-BE49-F238E27FC236}">
                <a16:creationId xmlns:a16="http://schemas.microsoft.com/office/drawing/2014/main" id="{45DD22A6-E875-1FE8-3EB5-3BB4142AAC1A}"/>
              </a:ext>
            </a:extLst>
          </p:cNvPr>
          <p:cNvSpPr txBox="1"/>
          <p:nvPr/>
        </p:nvSpPr>
        <p:spPr>
          <a:xfrm>
            <a:off x="533400" y="457200"/>
            <a:ext cx="812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>
                <a:latin typeface="Arial" panose="020B0604020202020204" pitchFamily="34" charset="0"/>
              </a:rPr>
              <a:t>{{CHART_TITLE}}</a:t>
            </a:r>
            <a:endParaRPr lang="ko-KR" altLang="en-US" sz="2400">
              <a:latin typeface="Arial" panose="020B0604020202020204" pitchFamily="34" charset="0"/>
            </a:endParaRPr>
          </a:p>
        </p:txBody>
      </p:sp>
      <p:sp>
        <p:nvSpPr>
          <p:cNvPr id="3" name="RA_CHART">
            <a:extLst>
              <a:ext uri="{FF2B5EF4-FFF2-40B4-BE49-F238E27FC236}">
                <a16:creationId xmlns:a16="http://schemas.microsoft.com/office/drawing/2014/main" id="{56F8B31B-CC54-D5F4-0A21-78058BD81441}"/>
              </a:ext>
            </a:extLst>
          </p:cNvPr>
          <p:cNvSpPr txBox="1"/>
          <p:nvPr/>
        </p:nvSpPr>
        <p:spPr>
          <a:xfrm>
            <a:off x="533400" y="13716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latin typeface="Arial" panose="020B0604020202020204" pitchFamily="34" charset="0"/>
              </a:rPr>
              <a:t>{{CHART}}</a:t>
            </a:r>
            <a:endParaRPr lang="ko-KR" altLang="en-US" sz="1600">
              <a:latin typeface="Arial" panose="020B0604020202020204" pitchFamily="34" charset="0"/>
            </a:endParaRPr>
          </a:p>
        </p:txBody>
      </p:sp>
      <p:sp>
        <p:nvSpPr>
          <p:cNvPr id="4" name="RA_CHART_NOTE">
            <a:extLst>
              <a:ext uri="{FF2B5EF4-FFF2-40B4-BE49-F238E27FC236}">
                <a16:creationId xmlns:a16="http://schemas.microsoft.com/office/drawing/2014/main" id="{7D1D5896-C1B6-68B8-E0A2-CBCEA7328138}"/>
              </a:ext>
            </a:extLst>
          </p:cNvPr>
          <p:cNvSpPr txBox="1"/>
          <p:nvPr/>
        </p:nvSpPr>
        <p:spPr>
          <a:xfrm>
            <a:off x="533400" y="22860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latin typeface="Arial" panose="020B0604020202020204" pitchFamily="34" charset="0"/>
              </a:rPr>
              <a:t>{{CHART_NOTE}}</a:t>
            </a:r>
            <a:endParaRPr lang="ko-KR" altLang="en-US" sz="1600">
              <a:latin typeface="Arial" panose="020B0604020202020204" pitchFamily="34" charset="0"/>
            </a:endParaRPr>
          </a:p>
        </p:txBody>
      </p:sp>
      <p:sp>
        <p:nvSpPr>
          <p:cNvPr id="5" name="RA_SOURCE">
            <a:extLst>
              <a:ext uri="{FF2B5EF4-FFF2-40B4-BE49-F238E27FC236}">
                <a16:creationId xmlns:a16="http://schemas.microsoft.com/office/drawing/2014/main" id="{E82A5249-5BD2-E122-15FA-89A5943DADC6}"/>
              </a:ext>
            </a:extLst>
          </p:cNvPr>
          <p:cNvSpPr txBox="1"/>
          <p:nvPr/>
        </p:nvSpPr>
        <p:spPr>
          <a:xfrm>
            <a:off x="533400" y="3200400"/>
            <a:ext cx="812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>
                <a:latin typeface="Arial" panose="020B0604020202020204" pitchFamily="34" charset="0"/>
              </a:rPr>
              <a:t>{{SOURCE}}</a:t>
            </a:r>
            <a:endParaRPr lang="ko-KR" altLang="en-US" sz="16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352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A_QA_SUMMARY">
            <a:extLst>
              <a:ext uri="{FF2B5EF4-FFF2-40B4-BE49-F238E27FC236}">
                <a16:creationId xmlns:a16="http://schemas.microsoft.com/office/drawing/2014/main" id="{B4066E32-789A-96C7-A183-3FB27567B330}"/>
              </a:ext>
            </a:extLst>
          </p:cNvPr>
          <p:cNvSpPr txBox="1"/>
          <p:nvPr/>
        </p:nvSpPr>
        <p:spPr>
          <a:xfrm>
            <a:off x="533400" y="457200"/>
            <a:ext cx="812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>
                <a:latin typeface="Arial" panose="020B0604020202020204" pitchFamily="34" charset="0"/>
              </a:rPr>
              <a:t>{{QA_SUMMARY}}</a:t>
            </a:r>
            <a:endParaRPr lang="ko-KR" altLang="en-US" sz="2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79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와이드스크린</PresentationFormat>
  <Paragraphs>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Suhyeon Jeong</dc:creator>
  <cp:lastModifiedBy>Suhyeon Jeong</cp:lastModifiedBy>
  <cp:revision>1</cp:revision>
  <dcterms:created xsi:type="dcterms:W3CDTF">2026-06-25T01:29:08Z</dcterms:created>
  <dcterms:modified xsi:type="dcterms:W3CDTF">2026-06-25T01:29:08Z</dcterms:modified>
</cp:coreProperties>
</file>